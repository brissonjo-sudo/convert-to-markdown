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Insister sur le calendrier.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Budget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Conseil municipal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Écoles</a:t>
            </a:r>
          </a:p>
          <a:p>
            <a:pPr lvl="1"/>
            <a:r>
              <a:rPr/>
              <a:t>Cantines</a:t>
            </a:r>
          </a:p>
          <a:p>
            <a:pPr lvl="0"/>
            <a:r>
              <a:rPr/>
              <a:t>Voirie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Répartition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Montant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Écoles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 M€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2026-10-25T10:51:47Z</dcterms:created>
  <dcterms:modified xsi:type="dcterms:W3CDTF">2026-10-25T10:51:47Z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